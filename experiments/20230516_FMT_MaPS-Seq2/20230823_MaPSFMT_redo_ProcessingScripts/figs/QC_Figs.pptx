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2" d="100"/>
          <a:sy n="122" d="100"/>
        </p:scale>
        <p:origin x="7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5A0E-EA4F-2A98-9F4A-02496281A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8B093-1C5D-9303-A653-DD9E6EEFA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872AE-99F3-7A9C-F839-5FDDD1037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4E68-91B3-FAE3-E960-CA8CE175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46E4F-6707-E9E8-5FF0-E4BF4DD4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C404-3183-FD8A-3A91-64BCAAFE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4205-12D7-BA95-2699-4ED5D8DB8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3CDC-51A6-90F8-BC1C-8B5BD1228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94BAD-81B4-1CC6-C2BE-A587EE53E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6BC2-363E-8A35-45E9-38DA9309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2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A93A-BE4A-93B9-B032-EF2451A6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8183-F35A-FD70-2351-86871C165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20299-6B8A-0DC1-3139-0353B98D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B4F7A-569E-28E0-E9BF-ABAE98E2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DB4E-6F05-3189-04C9-029B1C15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6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44D4-DCEE-487E-DFDE-0E990D46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FB08-108D-6FC7-561E-0C79795C2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2E885-390F-1344-02FC-C361E84C6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096A-4EB6-6009-C696-23E9C00A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0C772-3BC1-6248-39EA-F3CD80BB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05DE5-2700-2E00-01EE-4221BD01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289C-F9A0-46EC-2CC6-175291BE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34832-FD6A-DA93-379F-07A9D62AD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DA1DB-B421-DBC8-AA88-63820E3E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7A869-9D80-AFEE-D411-41BEEE74C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48697-CF8D-F1BE-0DCA-D41F8C741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04CE1-7929-BC6F-635B-F0BF6769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3DAF4-8579-81B8-23E5-7054A106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D2A8B-6293-7B2F-7649-2A15E4CF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4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FAFA-5417-F4A5-963F-0E7D4C34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70D75-431D-0BD4-A144-AF724495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16DAB-6058-1EC0-FB6D-FA1C45BC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23588-921A-C3A6-D57D-501C103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4FBBC-5AEE-79C2-7A9B-3809037C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4E2ED-C3F4-F317-2A9B-7A21A5FE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DE59-F2C3-DCDD-1856-2B015B08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6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A892-7766-BD3C-55CF-44A9F435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DDAD4-DE4B-E753-C465-D3F2D6F0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46200-D24F-7320-EB33-A6AA57718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AB334-2597-FC35-C034-0AB51C3F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A961-50E3-6F64-E80F-B4E74F7D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56D5F-7D83-F5A2-80F3-26305376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6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827A-502D-60D9-2791-A51F5875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349E0-A08E-C1CF-1885-B4028FDB0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E6810-26CF-E45A-9637-E06212C51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6E04B-6610-D0CF-9713-2A80B3EE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D1194-398E-12D6-0376-8EBD4F0F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9F814-1D13-8495-619E-907B89F2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8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3E0D-5F91-9760-7ED1-0F92380D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54F28-DEE1-1CBF-66AB-E9E3F404D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534AE-C29C-3C2F-E7AD-CB45BBA7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04ECD-D82A-E286-4E24-387F6D3D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D6E9-D2BC-6FCC-8BE3-893FF224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96067-65F5-4BBD-E7F8-FD6FE0C0C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66990-1AD1-6A18-909A-FD86553A0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65FA-DDBE-BD89-90DD-7E91CF17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B5A61-0485-311A-696D-F6A121CF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4C-97F8-A271-4766-12687D42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2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B33831-1F25-53FE-0914-7CD89853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DEE3A-9A59-C2EF-F002-9EF60172D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74F0C-9AFB-687B-F2C4-9DA529824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80FC6-BBA4-9040-8443-502EDD650E8A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3D896-E1A3-4ECD-8B64-0744E9397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3C29B-F5A3-6508-092C-4B75366D4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4BE7A-A332-C946-B013-85C466A98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3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ata analysis&#10;&#10;Description automatically generated with medium confidence">
            <a:extLst>
              <a:ext uri="{FF2B5EF4-FFF2-40B4-BE49-F238E27FC236}">
                <a16:creationId xmlns:a16="http://schemas.microsoft.com/office/drawing/2014/main" id="{67444F58-D868-B377-4C3E-453DCA499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0" y="1443681"/>
            <a:ext cx="9588843" cy="4794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F5E83A-DDA2-DEDD-98C5-DC8025F4DD09}"/>
              </a:ext>
            </a:extLst>
          </p:cNvPr>
          <p:cNvSpPr txBox="1"/>
          <p:nvPr/>
        </p:nvSpPr>
        <p:spPr>
          <a:xfrm>
            <a:off x="4226738" y="407773"/>
            <a:ext cx="3738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Reads per Sample</a:t>
            </a:r>
          </a:p>
        </p:txBody>
      </p:sp>
    </p:spTree>
    <p:extLst>
      <p:ext uri="{BB962C8B-B14F-4D97-AF65-F5344CB8AC3E}">
        <p14:creationId xmlns:p14="http://schemas.microsoft.com/office/powerpoint/2010/main" val="42648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E6483082-CE7D-3DD0-11F5-6DFC6378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36473"/>
            <a:ext cx="9144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88D3CA-002F-371A-E7C5-EB2696FA8962}"/>
              </a:ext>
            </a:extLst>
          </p:cNvPr>
          <p:cNvSpPr txBox="1"/>
          <p:nvPr/>
        </p:nvSpPr>
        <p:spPr>
          <a:xfrm>
            <a:off x="3987090" y="407773"/>
            <a:ext cx="4217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Particles per Sample</a:t>
            </a:r>
          </a:p>
        </p:txBody>
      </p:sp>
    </p:spTree>
    <p:extLst>
      <p:ext uri="{BB962C8B-B14F-4D97-AF65-F5344CB8AC3E}">
        <p14:creationId xmlns:p14="http://schemas.microsoft.com/office/powerpoint/2010/main" val="55463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63A76E-047E-F484-0937-D463568672F5}"/>
              </a:ext>
            </a:extLst>
          </p:cNvPr>
          <p:cNvSpPr txBox="1"/>
          <p:nvPr/>
        </p:nvSpPr>
        <p:spPr>
          <a:xfrm>
            <a:off x="3315433" y="407773"/>
            <a:ext cx="5561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Reads/Particles per Sample</a:t>
            </a:r>
          </a:p>
        </p:txBody>
      </p:sp>
      <p:pic>
        <p:nvPicPr>
          <p:cNvPr id="4" name="Picture 3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85BE6132-36AF-F43B-476D-4821D59A6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75" y="1456037"/>
            <a:ext cx="9415849" cy="470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D74F7-C4C1-20E9-0EA4-D8FBBE0FA31E}"/>
              </a:ext>
            </a:extLst>
          </p:cNvPr>
          <p:cNvSpPr txBox="1"/>
          <p:nvPr/>
        </p:nvSpPr>
        <p:spPr>
          <a:xfrm>
            <a:off x="2154857" y="247135"/>
            <a:ext cx="788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Distributions – Reads per Particle (filtered)</a:t>
            </a:r>
          </a:p>
        </p:txBody>
      </p:sp>
      <p:pic>
        <p:nvPicPr>
          <p:cNvPr id="12" name="Picture 11" descr="A chart of numbers and numbers&#10;&#10;Description automatically generated with medium confidence">
            <a:extLst>
              <a:ext uri="{FF2B5EF4-FFF2-40B4-BE49-F238E27FC236}">
                <a16:creationId xmlns:a16="http://schemas.microsoft.com/office/drawing/2014/main" id="{F06B1CB1-6ED2-1014-B247-54286627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416" y="781565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0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lack and white graphs&#10;&#10;Description automatically generated with medium confidence">
            <a:extLst>
              <a:ext uri="{FF2B5EF4-FFF2-40B4-BE49-F238E27FC236}">
                <a16:creationId xmlns:a16="http://schemas.microsoft.com/office/drawing/2014/main" id="{2D72E756-D3F1-7288-912D-ABC0E8012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24" y="852616"/>
            <a:ext cx="7772400" cy="582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59C3E3-5296-4BA6-3B5F-4AB405ADD9D2}"/>
              </a:ext>
            </a:extLst>
          </p:cNvPr>
          <p:cNvSpPr txBox="1"/>
          <p:nvPr/>
        </p:nvSpPr>
        <p:spPr>
          <a:xfrm>
            <a:off x="2154857" y="247135"/>
            <a:ext cx="788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Distributions – Reads per Particle (filtered)</a:t>
            </a:r>
          </a:p>
        </p:txBody>
      </p:sp>
    </p:spTree>
    <p:extLst>
      <p:ext uri="{BB962C8B-B14F-4D97-AF65-F5344CB8AC3E}">
        <p14:creationId xmlns:p14="http://schemas.microsoft.com/office/powerpoint/2010/main" val="277880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27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Urtecho, Guillaume</dc:creator>
  <cp:lastModifiedBy>Urtecho, Guillaume</cp:lastModifiedBy>
  <cp:revision>4</cp:revision>
  <dcterms:created xsi:type="dcterms:W3CDTF">2024-02-27T14:24:14Z</dcterms:created>
  <dcterms:modified xsi:type="dcterms:W3CDTF">2024-02-27T18:36:36Z</dcterms:modified>
</cp:coreProperties>
</file>